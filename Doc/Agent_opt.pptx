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d286ca2a-8604-6db0-b895-3388893b2a6e}">
          <p14:sldIdLst>
            <p14:sldId id="256"/>
            <p14:sldId id="257"/>
            <p14:sldId id="258"/>
          </p14:sldIdLst>
        </p14:section>
        <p14:section name="Method" id="{5e65f424-afff-a6a1-6036-47cc1c6fb31a}">
          <p14:sldIdLst>
            <p14:sldId id="259"/>
            <p14:sldId id="260"/>
          </p14:sldIdLst>
        </p14:section>
        <p14:section name="Status" id="{4971dad1-c355-9e51-2998-17c6cb11fb85}">
          <p14:sldIdLst>
            <p14:sldId id="261"/>
            <p14:sldId id="262"/>
          </p14:sldIdLst>
        </p14:section>
        <p14:section name="Next" id="{cbf1681a-0103-4a51-bb2a-9d7b9c108693}">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393</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393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done, M4.2 next</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whole suite ran 10 times per task, twice (336 runs). Removing a leaked block from the prompt made runs about 42% faster. Next: repeat with a smaller memory window (16k).</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now the model writing answers. Reading its instructions fell from 54% to 33%.</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first run done; 16k run about 5 hours</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Next: 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the first 14 tasks passed every time, so four harder ones were added; they pass 30 to 60% of runs.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2026-10-22T02:36:05Z</dcterms:created>
  <dcterms:modified xsi:type="dcterms:W3CDTF">2026-10-22T02:36:05Z</dcterms:modified>
</cp:coreProperties>
</file>
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13ee2df6-293a-1f4f-74ab-ed59e71681d6}">
          <p14:sldIdLst>
            <p14:sldId id="256"/>
            <p14:sldId id="257"/>
            <p14:sldId id="258"/>
          </p14:sldIdLst>
        </p14:section>
        <p14:section name="Method" id="{ca54b699-1f33-5666-f90b-ac32e2745711}">
          <p14:sldIdLst>
            <p14:sldId id="259"/>
            <p14:sldId id="260"/>
          </p14:sldIdLst>
        </p14:section>
        <p14:section name="Status" id="{c9d762c3-03a3-f1fe-e407-28ff337af3b5}">
          <p14:sldIdLst>
            <p14:sldId id="261"/>
            <p14:sldId id="262"/>
          </p14:sldIdLst>
        </p14:section>
        <p14:section name="Next" id="{46672b19-bcee-e46c-55c6-7dbced7c59ee}">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416</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416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2026-10-24T06:45:17Z</dcterms:created>
  <dcterms:modified xsi:type="dcterms:W3CDTF">2026-10-24T06:45:17Z</dcterms:modified>
</cp:coreProperties>
</file>
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68df03e0-6612-b932-f709-71028cff7636}">
          <p14:sldIdLst>
            <p14:sldId id="256"/>
            <p14:sldId id="257"/>
            <p14:sldId id="258"/>
          </p14:sldIdLst>
        </p14:section>
        <p14:section name="Method" id="{e028df71-f03f-5ac9-b3c7-8847185f9347}">
          <p14:sldIdLst>
            <p14:sldId id="259"/>
            <p14:sldId id="260"/>
          </p14:sldIdLst>
        </p14:section>
        <p14:section name="Status" id="{a9f9476e-b50b-9d47-deb8-7cd7c1f4711a}">
          <p14:sldIdLst>
            <p14:sldId id="261"/>
            <p14:sldId id="262"/>
          </p14:sldIdLst>
        </p14:section>
        <p14:section name="Next" id="{163183c2-bbb1-62c6-2ff3-c2cdd5800067}">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Sheet1!$B$2:$B$12</c:f>
              <c:numCache>
                <c:formatCode>General</c:formatCode>
                <c:ptCount val="11"/>
                <c:pt idx="0">
                  <c:v>80.7</c:v>
                </c:pt>
                <c:pt idx="1">
                  <c:v>79.8</c:v>
                </c:pt>
                <c:pt idx="2">
                  <c:v>70</c:v>
                </c:pt>
                <c:pt idx="3">
                  <c:v>68</c:v>
                </c:pt>
                <c:pt idx="4">
                  <c:v>67.4</c:v>
                </c:pt>
                <c:pt idx="5">
                  <c:v>65.3</c:v>
                </c:pt>
                <c:pt idx="6">
                  <c:v>57</c:v>
                </c:pt>
                <c:pt idx="7">
                  <c:v>53.9</c:v>
                </c:pt>
                <c:pt idx="8">
                  <c:v>48.3</c:v>
                </c:pt>
                <c:pt idx="9">
                  <c:v>36.6</c:v>
                </c:pt>
                <c:pt idx="10">
                  <c:v>54</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Sheet1!$C$2:$C$12</c:f>
              <c:numCache>
                <c:formatCode>General</c:formatCode>
                <c:ptCount val="11"/>
                <c:pt idx="0">
                  <c:v>17.3</c:v>
                </c:pt>
                <c:pt idx="1">
                  <c:v>16.4</c:v>
                </c:pt>
                <c:pt idx="2">
                  <c:v>27.2</c:v>
                </c:pt>
                <c:pt idx="3">
                  <c:v>29.2</c:v>
                </c:pt>
                <c:pt idx="4">
                  <c:v>30.1</c:v>
                </c:pt>
                <c:pt idx="5">
                  <c:v>33.2</c:v>
                </c:pt>
                <c:pt idx="6">
                  <c:v>40.4</c:v>
                </c:pt>
                <c:pt idx="7">
                  <c:v>44.1</c:v>
                </c:pt>
                <c:pt idx="8">
                  <c:v>39.9</c:v>
                </c:pt>
                <c:pt idx="9">
                  <c:v>60.3</c:v>
                </c:pt>
                <c:pt idx="10">
                  <c:v>42.7</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Reasoning</c:v>
                  </c:pt>
                  <c:pt idx="2">
                    <c:v>Bug fix</c:v>
                  </c:pt>
                  <c:pt idx="3">
                    <c:v>Repo Q&amp;A</c:v>
                  </c:pt>
                  <c:pt idx="4">
                    <c:v>Research</c:v>
                  </c:pt>
                  <c:pt idx="5">
                    <c:v>Log triage</c:v>
                  </c:pt>
                  <c:pt idx="6">
                    <c:v>Code review</c:v>
                  </c:pt>
                  <c:pt idx="7">
                    <c:v>Refactor</c:v>
                  </c:pt>
                  <c:pt idx="8">
                    <c:v>Email / calendar</c:v>
                  </c:pt>
                  <c:pt idx="9">
                    <c:v>Code generation</c:v>
                  </c:pt>
                  <c:pt idx="10">
                    <c:v>All tasks</c:v>
                  </c:pt>
                </c:lvl>
              </c:multiLvlStrCache>
            </c:multiLvlStrRef>
          </c:cat>
          <c:val>
            <c:numRef>
              <c:f>Sheet1!$D$2:$D$12</c:f>
              <c:numCache>
                <c:formatCode>General</c:formatCode>
                <c:ptCount val="11"/>
                <c:pt idx="0">
                  <c:v>1.9</c:v>
                </c:pt>
                <c:pt idx="1">
                  <c:v>3.8</c:v>
                </c:pt>
                <c:pt idx="2">
                  <c:v>2.8</c:v>
                </c:pt>
                <c:pt idx="3">
                  <c:v>2.8</c:v>
                </c:pt>
                <c:pt idx="4">
                  <c:v>2.4</c:v>
                </c:pt>
                <c:pt idx="5">
                  <c:v>1.5</c:v>
                </c:pt>
                <c:pt idx="6">
                  <c:v>2.5</c:v>
                </c:pt>
                <c:pt idx="7">
                  <c:v>2</c:v>
                </c:pt>
                <c:pt idx="8">
                  <c:v>11.8</c:v>
                </c:pt>
                <c:pt idx="9">
                  <c:v>3</c:v>
                </c:pt>
                <c:pt idx="10">
                  <c:v>3.3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Dir stats (code gen)</c:v>
                  </c:pt>
                  <c:pt idx="1">
                    <c:v>Scientific (reasoning)</c:v>
                  </c:pt>
                  <c:pt idx="2">
                    <c:v>Confirm send (comms)</c:v>
                  </c:pt>
                  <c:pt idx="3">
                    <c:v>Tidal report (long ctx)</c:v>
                  </c:pt>
                  <c:pt idx="4">
                    <c:v>Rename (refactor)</c:v>
                  </c:pt>
                  <c:pt idx="5">
                    <c:v>Moving average (bugfix)</c:v>
                  </c:pt>
                  <c:pt idx="6">
                    <c:v>FizzBuzz (code gen)</c:v>
                  </c:pt>
                  <c:pt idx="7">
                    <c:v>Compression (code gen)</c:v>
                  </c:pt>
                  <c:pt idx="8">
                    <c:v>Pool exhaustion (logs)</c:v>
                  </c:pt>
                  <c:pt idx="9">
                    <c:v>Retry policy (repo Q&amp;A)</c:v>
                  </c:pt>
                  <c:pt idx="10">
                    <c:v>Ring buffer (code gen)</c:v>
                  </c:pt>
                  <c:pt idx="11">
                    <c:v>sqrt (code review)</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8</c:v>
                </c:pt>
                <c:pt idx="6">
                  <c:v>8</c:v>
                </c:pt>
                <c:pt idx="7">
                  <c:v>8</c:v>
                </c:pt>
                <c:pt idx="8">
                  <c:v>8</c:v>
                </c:pt>
                <c:pt idx="9">
                  <c:v>7</c:v>
                </c:pt>
                <c:pt idx="10">
                  <c:v>6</c:v>
                </c:pt>
                <c:pt idx="11">
                  <c:v>6</c:v>
                </c:pt>
                <c:pt idx="12">
                  <c:v>3</c:v>
                </c:pt>
                <c:pt idx="13">
                  <c:v>1</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full run shows 54 percent overall, so that early figure applied only to short read-heavy tasks. Instrumentation overhead check is still inconclusive. Later analysis found that every run re-reads a 10,000-token prompt from scratch (about 40 seconds, a third of all time) and that part of that prompt came from the author's personal setup; the baseline will be repeated with that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285</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168</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measured, no tooling failures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285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168 runs in 5.5 hours, no tooling failures. Next: repeat with a smaller memory window (16k) and compare.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first full run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54%</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prefill: the model reading its instructions. The first call of each run is 62% of it.</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74%</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(104 of 140). Only 4 of 14 tasks passed every time.</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spent in tools. Faster tools would not help; shorter prompts might.</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5.5 hours for one setup; the full sweep is about 35 to 40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2026-10-21T14:44:52Z</dcterms:created>
  <dcterms:modified xsi:type="dcterms:W3CDTF">2026-10-21T14:44:52Z</dcterms:modified>
</cp:coreProperties>
</file>
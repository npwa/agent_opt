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c6bde8fb-8e72-a46f-9b7c-1447ba60bcaf}">
          <p14:sldIdLst>
            <p14:sldId id="256"/>
            <p14:sldId id="257"/>
            <p14:sldId id="258"/>
          </p14:sldIdLst>
        </p14:section>
        <p14:section name="Method" id="{1787ab2d-578c-0983-fb8b-3b1724165368}">
          <p14:sldIdLst>
            <p14:sldId id="259"/>
            <p14:sldId id="260"/>
          </p14:sldIdLst>
        </p14:section>
        <p14:section name="Status" id="{24595783-c42d-383e-1cbc-dab59ff305a8}">
          <p14:sldIdLst>
            <p14:sldId id="261"/>
            <p14:sldId id="262"/>
          </p14:sldIdLst>
        </p14:section>
        <p14:section name="Next" id="{45a62d77-4b4d-32e9-0400-ef83980ac149}">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14</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350</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14 realistic tasks,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350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done, M4.2 next</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whole suite ran 10 times per task, twice (336 runs). Removing a leaked block from the prompt made runs about 42% faster. Next: repeat with a smaller memory window (16k).</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now the model writing answers. Reading its instructions fell from 54% to 33%.</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first run done; 16k run about 5 hours</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Next: 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with a draft model</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14 tasks pass every time, so they cannot show an improvement; some may need to be made harder.</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2026-10-21T22:07:46Z</dcterms:created>
  <dcterms:modified xsi:type="dcterms:W3CDTF">2026-10-21T22:07:46Z</dcterms:modified>
</cp:coreProperties>
</file>
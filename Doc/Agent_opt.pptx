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2a83e0bb-c321-925f-97df-4b4284de963b}">
          <p14:sldIdLst>
            <p14:sldId id="256"/>
            <p14:sldId id="257"/>
            <p14:sldId id="258"/>
          </p14:sldIdLst>
        </p14:section>
        <p14:section name="Method" id="{a63cdb60-b4ae-9baa-4c4c-dfb6c1c3837e}">
          <p14:sldIdLst>
            <p14:sldId id="259"/>
            <p14:sldId id="260"/>
          </p14:sldIdLst>
        </p14:section>
        <p14:section name="Status" id="{3fc56b88-42c1-51a0-5c69-5b40c901e805}">
          <p14:sldIdLst>
            <p14:sldId id="261"/>
            <p14:sldId id="262"/>
          </p14:sldIdLst>
        </p14:section>
        <p14:section name="Next" id="{60437112-7099-3de0-3a03-ba75db9dbd28}">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Sheet1!$B$2:$B$12</c:f>
              <c:numCache>
                <c:formatCode>General</c:formatCode>
                <c:ptCount val="11"/>
                <c:pt idx="0">
                  <c:v>70.9</c:v>
                </c:pt>
                <c:pt idx="1">
                  <c:v>63.6</c:v>
                </c:pt>
                <c:pt idx="2">
                  <c:v>56.7</c:v>
                </c:pt>
                <c:pt idx="3">
                  <c:v>40</c:v>
                </c:pt>
                <c:pt idx="4">
                  <c:v>36.3</c:v>
                </c:pt>
                <c:pt idx="5">
                  <c:v>35.1</c:v>
                </c:pt>
                <c:pt idx="6">
                  <c:v>31.3</c:v>
                </c:pt>
                <c:pt idx="7">
                  <c:v>28</c:v>
                </c:pt>
                <c:pt idx="8">
                  <c:v>16.2</c:v>
                </c:pt>
                <c:pt idx="9">
                  <c:v>11.1</c:v>
                </c:pt>
                <c:pt idx="10">
                  <c:v>33.1</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Sheet1!$C$2:$C$12</c:f>
              <c:numCache>
                <c:formatCode>General</c:formatCode>
                <c:ptCount val="11"/>
                <c:pt idx="0">
                  <c:v>26.2</c:v>
                </c:pt>
                <c:pt idx="1">
                  <c:v>34.8</c:v>
                </c:pt>
                <c:pt idx="2">
                  <c:v>36.9</c:v>
                </c:pt>
                <c:pt idx="3">
                  <c:v>57.5</c:v>
                </c:pt>
                <c:pt idx="4">
                  <c:v>58.2</c:v>
                </c:pt>
                <c:pt idx="5">
                  <c:v>59</c:v>
                </c:pt>
                <c:pt idx="6">
                  <c:v>55.4</c:v>
                </c:pt>
                <c:pt idx="7">
                  <c:v>59.4</c:v>
                </c:pt>
                <c:pt idx="8">
                  <c:v>76.8</c:v>
                </c:pt>
                <c:pt idx="9">
                  <c:v>85.1</c:v>
                </c:pt>
                <c:pt idx="10">
                  <c:v>60.5</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Sheet1!$D$2:$D$12</c:f>
              <c:numCache>
                <c:formatCode>General</c:formatCode>
                <c:ptCount val="11"/>
                <c:pt idx="0">
                  <c:v>3</c:v>
                </c:pt>
                <c:pt idx="1">
                  <c:v>1.5</c:v>
                </c:pt>
                <c:pt idx="2">
                  <c:v>6.4</c:v>
                </c:pt>
                <c:pt idx="3">
                  <c:v>2.5</c:v>
                </c:pt>
                <c:pt idx="4">
                  <c:v>5.5</c:v>
                </c:pt>
                <c:pt idx="5">
                  <c:v>5.9</c:v>
                </c:pt>
                <c:pt idx="6">
                  <c:v>13.2</c:v>
                </c:pt>
                <c:pt idx="7">
                  <c:v>12.6</c:v>
                </c:pt>
                <c:pt idx="8">
                  <c:v>7</c:v>
                </c:pt>
                <c:pt idx="9">
                  <c:v>3.9</c:v>
                </c:pt>
                <c:pt idx="10">
                  <c:v>6.3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Moving average (bugfix)</c:v>
                  </c:pt>
                  <c:pt idx="1">
                    <c:v>Dir stats (code gen)</c:v>
                  </c:pt>
                  <c:pt idx="2">
                    <c:v>Confirm send (comms)</c:v>
                  </c:pt>
                  <c:pt idx="3">
                    <c:v>Tidal report (long ctx)</c:v>
                  </c:pt>
                  <c:pt idx="4">
                    <c:v>Scientific (reasoning)</c:v>
                  </c:pt>
                  <c:pt idx="5">
                    <c:v>Rename (refactor)</c:v>
                  </c:pt>
                  <c:pt idx="6">
                    <c:v>FizzBuzz (code gen)</c:v>
                  </c:pt>
                  <c:pt idx="7">
                    <c:v>Pool exhaustion (logs)</c:v>
                  </c:pt>
                  <c:pt idx="8">
                    <c:v>Compression (code gen)</c:v>
                  </c:pt>
                  <c:pt idx="9">
                    <c:v>sqrt (code review)</c:v>
                  </c:pt>
                  <c:pt idx="10">
                    <c:v>Retry policy (repo Q&amp;A)</c:v>
                  </c:pt>
                  <c:pt idx="11">
                    <c:v>Ring buffer (code gen)</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9</c:v>
                </c:pt>
                <c:pt idx="6">
                  <c:v>8</c:v>
                </c:pt>
                <c:pt idx="7">
                  <c:v>8</c:v>
                </c:pt>
                <c:pt idx="8">
                  <c:v>6</c:v>
                </c:pt>
                <c:pt idx="9">
                  <c:v>5</c:v>
                </c:pt>
                <c:pt idx="10">
                  <c:v>5</c:v>
                </c:pt>
                <c:pt idx="11">
                  <c:v>3</c:v>
                </c:pt>
                <c:pt idx="12">
                  <c:v>3</c:v>
                </c:pt>
                <c:pt idx="13">
                  <c:v>3</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isolated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first full run showed 54 percent, and after the leaked block was removed it is 33 percent, with writing the answer now the largest share (60 percent). The 42 percent speed-up is a median over all tasks, with a confidence range of 37 to 48 percent. About 40 percent of the saved time comes from the shorter prompt and the rest from the model reusing its already-processed prompt between runs; that second part depends on runs following each other.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14</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357</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336</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recorded in two full passes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14 realistic tasks,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357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M4.1 done, M4.2 next</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whole suite ran 10 times per task, twice (336 runs). Removing a leaked block from the prompt made runs about 42% faster. Next: repeat with a smaller memory window (16k).</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baseline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42%</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faster per run once a block of personal setup was removed from the prompt. Success is unchanged within noise (71% vs 74%).</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60%</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now the model writing answers. Reading its instructions fell from 54% to 33%.</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(99 of 140). Only 4 of 14 tasks passed every time.</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first run done; 16k run about 5 hours</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Next: re-check the earlier 16k vs 32k finding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(speculative decoding)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14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about 4.3 hours for one setup; the full sweep is estimated at 25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14 tasks pass every time, so they cannot show an improvement; some may need to be made harder.</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2026-10-21T22:31:25Z</dcterms:created>
  <dcterms:modified xsi:type="dcterms:W3CDTF">2026-10-21T22:31:25Z</dcterms:modified>
</cp:coreProperties>
</file>
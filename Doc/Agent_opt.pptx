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5f484f62-7299-7ea3-71f9-e7455c8f92b2}">
          <p14:sldIdLst>
            <p14:sldId id="256"/>
            <p14:sldId id="257"/>
            <p14:sldId id="258"/>
          </p14:sldIdLst>
        </p14:section>
        <p14:section name="Method" id="{7d6d861f-5a71-20ac-ee10-cc8d6101f7aa}">
          <p14:sldIdLst>
            <p14:sldId id="259"/>
            <p14:sldId id="260"/>
          </p14:sldIdLst>
        </p14:section>
        <p14:section name="Status" id="{48f76618-eae7-cd1b-1b94-5705722975c5}">
          <p14:sldIdLst>
            <p14:sldId id="261"/>
            <p14:sldId id="262"/>
          </p14:sldIdLst>
        </p14:section>
        <p14:section name="Next" id="{e8b1edb8-fdea-5489-f1ee-4292ab759fc5}">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18</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407</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18 realistic tasks (4 added to be harder),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18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407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Milestone M4 done</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Baselines: 336 runs; removing a leaked prompt block made runs about 42% faster. 16k window: no overall loss, long contexts break. The GPU works only 12% of the time.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the model writing answers, yet the graphics card itself works only 12% of the time: the processor is the bottleneck.</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all measurements done</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16k vs 32k re-checked; GPU busy only 12% of the time</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(speculative decoding)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18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the first 14 tasks passed every time, so four harder ones were added; they pass 30 to 60% of runs.</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2026-10-23T15:51:41Z</dcterms:created>
  <dcterms:modified xsi:type="dcterms:W3CDTF">2026-10-23T15:51:41Z</dcterms:modified>
</cp:coreProperties>
</file>
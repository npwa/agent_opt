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2e14b406-0f11-3485-4f48-86c0f0e86b21}">
          <p14:sldIdLst>
            <p14:sldId id="256"/>
            <p14:sldId id="257"/>
            <p14:sldId id="258"/>
          </p14:sldIdLst>
        </p14:section>
        <p14:section name="Method" id="{00f00e95-aae0-cff4-8031-90e13aed4e18}">
          <p14:sldIdLst>
            <p14:sldId id="259"/>
            <p14:sldId id="260"/>
          </p14:sldIdLst>
        </p14:section>
        <p14:section name="Status" id="{d7f4a559-53fd-d277-8dc5-5c57ba70e4b4}">
          <p14:sldIdLst>
            <p14:sldId id="261"/>
            <p14:sldId id="262"/>
          </p14:sldIdLst>
        </p14:section>
        <p14:section name="Next" id="{7ab3da69-eab3-5381-f7c8-7f482133f418}">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311</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311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with a draft model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14 tasks pass every time, so they cannot show an improvement; some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2026-10-21T20:47:31Z</dcterms:created>
  <dcterms:modified xsi:type="dcterms:W3CDTF">2026-10-21T20:47:31Z</dcterms:modified>
</cp:coreProperties>
</file>
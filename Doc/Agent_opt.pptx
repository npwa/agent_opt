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010af589-8ff0-7071-07ef-4071d540fff6}">
          <p14:sldIdLst>
            <p14:sldId id="256"/>
            <p14:sldId id="257"/>
            <p14:sldId id="258"/>
          </p14:sldIdLst>
        </p14:section>
        <p14:section name="Method" id="{fc89a5b2-82f3-b038-3296-79f4a922a30f}">
          <p14:sldIdLst>
            <p14:sldId id="259"/>
            <p14:sldId id="260"/>
          </p14:sldIdLst>
        </p14:section>
        <p14:section name="Status" id="{8133ab6e-9933-db7f-7d3d-0dec839970f1}">
          <p14:sldIdLst>
            <p14:sldId id="261"/>
            <p14:sldId id="262"/>
          </p14:sldIdLst>
        </p14:section>
        <p14:section name="Next" id="{88746a39-4f87-0d4f-d89a-70a4f5bc71c6}">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403</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403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and M4.2 done</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Baselines: 336 runs; removing a leaked prompt block made runs about 42% faster. Smaller memory window (16k): no overall loss, but long-context tasks break.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baselines and 16k check done</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16k vs 32k re-checked (breaks on long contexts)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2026-10-23T06:02:30Z</dcterms:created>
  <dcterms:modified xsi:type="dcterms:W3CDTF">2026-10-23T06:02:30Z</dcterms:modified>
</cp:coreProperties>
</file>
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13ee2df6-293a-1f4f-74ab-ed59e71681d6}">
          <p14:sldIdLst>
            <p14:sldId id="256"/>
            <p14:sldId id="257"/>
            <p14:sldId id="258"/>
          </p14:sldIdLst>
        </p14:section>
        <p14:section name="Method" id="{ca54b699-1f33-5666-f90b-ac32e2745711}">
          <p14:sldIdLst>
            <p14:sldId id="259"/>
            <p14:sldId id="260"/>
          </p14:sldIdLst>
        </p14:section>
        <p14:section name="Status" id="{c9d762c3-03a3-f1fe-e407-28ff337af3b5}">
          <p14:sldIdLst>
            <p14:sldId id="261"/>
            <p14:sldId id="262"/>
          </p14:sldIdLst>
        </p14:section>
        <p14:section name="Next" id="{46672b19-bcee-e46c-55c6-7dbced7c59ee}">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measuring tools, two full baselines, the lever experiments and the citation checker are done; the manual audit of flagged citations is the main open item. This deck explains why, how, what we found and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M4 to M6 measured the baseline, tested the levers and built the citation checker. M7, the write-up, is under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levers were negative results, which is itself the finding: the card is mostly waiting for the processor, so settings that speed up the card do not help. What helped was the prompt: removing a leaked block and trimming unused tool descriptions.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plan's success criteria in plain language, with their status. Two are met, three partly or not shown, one is done with this deck. Details are in the success-criteria tally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open item is the manual citation audit, which turns the flagged-citation rate into an invented-citation rate. The other risks are limits of scope: one card, one model, small samples per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Status: experiments and citation checker done (M0 to M6); write-up (M7) under way.</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38</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428</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1,400</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trials recorded across baselines and experiments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18 realistic tasks (4 added to be harder),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18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428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experiments done</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38" name="Milestone M4"/>
          <p:cNvSpPr/>
          <p:nvPr/>
        </p:nvSpPr>
        <p:spPr>
          <a:xfrm>
            <a:off x="6469209" y="2331720"/>
            <a:ext cx="640080" cy="640080"/>
          </a:xfrm>
          <a:prstGeom prst="ellipse">
            <a:avLst/>
          </a:prstGeom>
          <a:solidFill>
            <a:schemeClr val="accent2"/>
          </a:solidFill>
          <a:ln/>
        </p:spPr>
      </p:sp>
      <p:pic>
        <p:nvPicPr>
          <p:cNvPr id="39" name="Done check M4" descr="done">    </p:cNvPr>
          <p:cNvPicPr>
            <a:picLocks noChangeAspect="1"/>
          </p:cNvPicPr>
          <p:nvPr/>
        </p:nvPicPr>
        <p:blipFill>
          <a:blip r:embed="rId4"/>
          <a:stretch>
            <a:fillRect/>
          </a:stretch>
        </p:blipFill>
        <p:spPr>
          <a:xfrm>
            <a:off x="6606369" y="2468880"/>
            <a:ext cx="365760" cy="365760"/>
          </a:xfrm>
          <a:prstGeom prst="rect">
            <a:avLst/>
          </a:prstGeom>
        </p:spPr>
      </p:pic>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40" name="Milestone M5"/>
          <p:cNvSpPr/>
          <p:nvPr/>
        </p:nvSpPr>
        <p:spPr>
          <a:xfrm>
            <a:off x="7856010" y="2331720"/>
            <a:ext cx="640080" cy="640080"/>
          </a:xfrm>
          <a:prstGeom prst="ellipse">
            <a:avLst/>
          </a:prstGeom>
          <a:solidFill>
            <a:schemeClr val="accent2"/>
          </a:solidFill>
          <a:ln/>
        </p:spPr>
      </p:sp>
      <p:pic>
        <p:nvPicPr>
          <p:cNvPr id="41" name="Done check M5" descr="done">    </p:cNvPr>
          <p:cNvPicPr>
            <a:picLocks noChangeAspect="1"/>
          </p:cNvPicPr>
          <p:nvPr/>
        </p:nvPicPr>
        <p:blipFill>
          <a:blip r:embed="rId4"/>
          <a:stretch>
            <a:fillRect/>
          </a:stretch>
        </p:blipFill>
        <p:spPr>
          <a:xfrm>
            <a:off x="7993170" y="2468880"/>
            <a:ext cx="365760" cy="365760"/>
          </a:xfrm>
          <a:prstGeom prst="rect">
            <a:avLst/>
          </a:prstGeom>
        </p:spPr>
      </p:pic>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42" name="Milestone M6"/>
          <p:cNvSpPr/>
          <p:nvPr/>
        </p:nvSpPr>
        <p:spPr>
          <a:xfrm>
            <a:off x="9242812" y="2331720"/>
            <a:ext cx="640080" cy="640080"/>
          </a:xfrm>
          <a:prstGeom prst="ellipse">
            <a:avLst/>
          </a:prstGeom>
          <a:solidFill>
            <a:schemeClr val="accent2"/>
          </a:solidFill>
          <a:ln/>
        </p:spPr>
      </p:sp>
      <p:pic>
        <p:nvPicPr>
          <p:cNvPr id="43" name="Done check M6" descr="done">    </p:cNvPr>
          <p:cNvPicPr>
            <a:picLocks noChangeAspect="1"/>
          </p:cNvPicPr>
          <p:nvPr/>
        </p:nvPicPr>
        <p:blipFill>
          <a:blip r:embed="rId4"/>
          <a:stretch>
            <a:fillRect/>
          </a:stretch>
        </p:blipFill>
        <p:spPr>
          <a:xfrm>
            <a:off x="9379972" y="2468880"/>
            <a:ext cx="365760" cy="365760"/>
          </a:xfrm>
          <a:prstGeom prst="rect">
            <a:avLst/>
          </a:prstGeom>
        </p:spPr>
      </p:pic>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Milestones M4 to M6 done</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leaked prompt block cost 42% of run time; the GPU works only 12% of the time. Speculation, temperature, a smaller model and extra agent prompts gave no gain. 28% of cited sources were not backed by what the agent read.</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the model writing answers, yet the graphics card itself works only 12% of the time: the processor is the bottleneck.</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experiments found</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done</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16k vs 32k re-checked; GPU busy only 12% of the time</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done</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Leaked prompt removed: 42% faster</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Trimmed tools: cold start 26-34% faster</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Speculation, temperature, 8B: no gain</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Agent prompts: no gain</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done</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Every citation checked against what the agent read</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28% not backed; dropping them keeps 99% of the text</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under way</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 updated</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Manual citation audit still to do</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Did we reach “done”?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14 × 10 × 3</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full-suite setups; others on subsets: partly met</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2 changes proven to help, 4 negative results with their cause: met</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20 research questions: 28% of citations unbacked, 0% after the checker; audit pending</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Share of time the GPU works: 12%, decode is 60% of the time: met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Overhead under 5%: not shown, measured 4% (range 0 to 9%)</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done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open items</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Small samples</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Most lever tests used 3 to 10 runs per task, so only large effects are visible.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Long runs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Ten repeats of one setup take hours, so several levers were tested on a subset of tasks.</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Open items</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Label the citation audit</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117 citations to mark by hand; this gives the checker's accuracy and separates invented from unretrieved.</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Trimmed tool list</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cold start is faster, but the effect on success is not measured yet.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Research window</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Research answers need a 64k window (most overflow at 32k):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2026-10-24T06:45:17Z</dcterms:created>
  <dcterms:modified xsi:type="dcterms:W3CDTF">2026-10-24T06:45:17Z</dcterms:modified>
</cp:coreProperties>
</file>
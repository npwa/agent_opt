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0a5112ee-cc56-9e7c-e312-b637e39bb7b3}">
          <p14:sldIdLst>
            <p14:sldId id="256"/>
            <p14:sldId id="257"/>
            <p14:sldId id="258"/>
          </p14:sldIdLst>
        </p14:section>
        <p14:section name="Method" id="{c241702f-3fd6-96c6-ac36-2664be798c61}">
          <p14:sldIdLst>
            <p14:sldId id="259"/>
            <p14:sldId id="260"/>
          </p14:sldIdLst>
        </p14:section>
        <p14:section name="Status" id="{7e456ff4-c940-fd4c-27c1-a7611061e8a7}">
          <p14:sldIdLst>
            <p14:sldId id="261"/>
            <p14:sldId id="262"/>
          </p14:sldIdLst>
        </p14:section>
        <p14:section name="Next" id="{326b69c9-e75e-aef1-7941-53916705b07c}">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399</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399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2026-10-22T05:09:58Z</dcterms:created>
  <dcterms:modified xsi:type="dcterms:W3CDTF">2026-10-22T05:09:58Z</dcterms:modified>
</cp:coreProperties>
</file>
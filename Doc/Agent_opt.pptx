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860900ed-a955-ea81-264c-34337368e1ea}">
          <p14:sldIdLst>
            <p14:sldId id="256"/>
            <p14:sldId id="257"/>
            <p14:sldId id="258"/>
          </p14:sldIdLst>
        </p14:section>
        <p14:section name="Method" id="{a22a24c3-03e4-38c6-e5fc-2a1c8dc423e9}">
          <p14:sldIdLst>
            <p14:sldId id="259"/>
            <p14:sldId id="260"/>
          </p14:sldIdLst>
        </p14:section>
        <p14:section name="Status" id="{438b894c-8733-3585-95b2-37cac619baac}">
          <p14:sldIdLst>
            <p14:sldId id="261"/>
            <p14:sldId id="262"/>
          </p14:sldIdLst>
        </p14:section>
        <p14:section name="Next" id="{7709384e-e7a8-8da0-2d7b-9c75c44db130}">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14</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324</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14 realistic tasks,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324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M4.1 done, M4.2 next</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whole suite ran 10 times per task, twice (336 runs). Removing a leaked block from the prompt made runs about 42% faster. Next: repeat with a smaller memory window (16k).</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now the model writing answers. Reading its instructions fell from 54% to 33%.</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first run done; 16k run about 5 hours</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Next: re-check the earlier 16k vs 32k finding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with a draft model</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14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14 tasks pass every time, so they cannot show an improvement; some may need to be made harder.</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2026-10-21T21:02:46Z</dcterms:created>
  <dcterms:modified xsi:type="dcterms:W3CDTF">2026-10-21T21:02:46Z</dcterms:modified>
</cp:coreProperties>
</file>